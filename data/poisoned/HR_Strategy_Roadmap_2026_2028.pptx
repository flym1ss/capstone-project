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12188952" cy="1188720"/>
          </a:xfrm>
          <a:prstGeom prst="rect">
            <a:avLst/>
          </a:prstGeom>
          <a:solidFill>
            <a:srgbClr val="2A3840"/>
          </a:solidFill>
          <a:ln w="12700">
            <a:solidFill>
              <a:srgbClr val="2A38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IT Security Review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Results &amp; FY 2026 Roadmap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 •  Board Presentation  •  Q1 2026  •  v2.0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— Key Metrics FY 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hrs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36% vs FY2024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00584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Respond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51960" y="1417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hrs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519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30% vs FY2024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269748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807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Click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83880" y="3108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8388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from 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07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Compliance (P1)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108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from 99.1%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438912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Adoption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51960" y="4800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25196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coverage achieved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4389120"/>
            <a:ext cx="36576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8FA0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Critical Vulns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83880" y="4800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1838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first time in company history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Security Investments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5720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914400"/>
            <a:ext cx="530352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9144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10972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914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60920" y="914400"/>
            <a:ext cx="137160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914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457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7160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1371600"/>
            <a:ext cx="530352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37160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— Phase 2: SaaS app enforcement + BYOD policy rollout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109728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371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1371600"/>
            <a:ext cx="13716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13716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993392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99339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1993392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199339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Threat Detection and Response (ITDR) platform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993392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99339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$155K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60920" y="1993392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199339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selected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615184"/>
            <a:ext cx="457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61518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8680" y="2615184"/>
            <a:ext cx="530352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2615184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Posture Management (AI-SPM) tooling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2615184"/>
            <a:ext cx="109728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61518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2615184"/>
            <a:ext cx="13716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26151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issued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236976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23697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68680" y="3236976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323697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security assessment (top 50 vendors)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3236976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23697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60920" y="3236976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323697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858768"/>
            <a:ext cx="4572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85876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68680" y="3858768"/>
            <a:ext cx="530352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385876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Center (SOC) staffing +2 FTE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3858768"/>
            <a:ext cx="109728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85876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60920" y="3858768"/>
            <a:ext cx="1371600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0" y="385876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in progress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480560"/>
            <a:ext cx="457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4805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68680" y="4480560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448056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tabletop exercise — full executive + board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17920" y="4480560"/>
            <a:ext cx="1097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63640" y="448056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60920" y="4480560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06640" y="448056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— Two-Year Progress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5661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(FY2025)  ✅ Complete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56616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app segmentation deployed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5603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replaced with ZTNA for 98% of 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657600"/>
            <a:ext cx="356616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health attestation enforced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914400"/>
            <a:ext cx="356616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914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(FY2026)  🔄 In Progress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1463040"/>
            <a:ext cx="356616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463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app enforcement via SSO + CASB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25603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560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BYOD enrolled devices — policy enforcement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3657600"/>
            <a:ext cx="356616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session risk scoring rollout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01000" y="914400"/>
            <a:ext cx="356616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914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(FY2027)  📋 Planned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01000" y="1463040"/>
            <a:ext cx="356616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463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 of data tier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01000" y="256032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2560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access policies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1000" y="3657600"/>
            <a:ext cx="356616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for all privileged access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2026-03-16T21:43:53Z</dcterms:created>
  <dcterms:modified xsi:type="dcterms:W3CDTF">2026-03-16T21:43:53Z</dcterms:modified>
</cp:coreProperties>
</file>