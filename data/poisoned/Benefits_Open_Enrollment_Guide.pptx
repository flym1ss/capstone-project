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Integration Playbook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Post-Acquisition Integration Framework  |  Corporate Development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For Internal Use Only  •  Version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Phases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566160" cy="4206240"/>
          </a:xfrm>
          <a:prstGeom prst="rect">
            <a:avLst/>
          </a:prstGeom>
          <a:solidFill>
            <a:srgbClr val="F8F9FF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3566160" cy="640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Ready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0–30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Comms to all employees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IT access provisioning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Legal entity alignment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retention packages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1005840"/>
            <a:ext cx="3566160" cy="4206240"/>
          </a:xfrm>
          <a:prstGeom prst="rect">
            <a:avLst/>
          </a:prstGeom>
          <a:solidFill>
            <a:srgbClr val="F8F9FF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1005840"/>
            <a:ext cx="3566160" cy="6400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31–90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HR systems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Finance close alignment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4340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 transition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4340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Vendor contract review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005840"/>
            <a:ext cx="3566160" cy="4206240"/>
          </a:xfrm>
          <a:prstGeom prst="rect">
            <a:avLst/>
          </a:prstGeom>
          <a:solidFill>
            <a:srgbClr val="F8F9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0" y="1005840"/>
            <a:ext cx="356616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1005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0" y="1371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91–180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183880" y="18288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roadmap merge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8388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Org structure finalized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183880" y="30175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Benefits harmonization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83880" y="36118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Facilities consolidation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D1020"/>
          </a:solidFill>
          <a:ln w="12700">
            <a:solidFill>
              <a:srgbClr val="0D1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Management Office (IMO)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Governance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IMO is led by the Chief Integration Officer (CIO) and includes workstream leads from: Finance, HR/People, IT, Legal, Product, Sales/GTM, and Operations. The IMO meets daily for the first 30 days, then 3x/week through Day 90, then weekly through Day 180.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3017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Rights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3474720"/>
            <a:ext cx="33832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 Lead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023360" y="3474720"/>
            <a:ext cx="338328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31–90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02336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Workstream Leads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3474720"/>
            <a:ext cx="3383280" cy="914400"/>
          </a:xfrm>
          <a:prstGeom prst="rect">
            <a:avLst/>
          </a:prstGeom>
          <a:solidFill>
            <a:srgbClr val="F0F4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34747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91+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39319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Business Leaders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success is built on speed, trust, and communication.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IMO@company.com  |  Integration Portal: intranet/integration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2026-03-16T20:40:12Z</dcterms:created>
  <dcterms:modified xsi:type="dcterms:W3CDTF">2026-03-16T20:40:12Z</dcterms:modified>
</cp:coreProperties>
</file>