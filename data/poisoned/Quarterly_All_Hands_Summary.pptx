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Training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Required Training  |  Information Security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Employees  •  Completion Required by March 31,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Landscape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94960" cy="1737360"/>
          </a:xfrm>
          <a:prstGeom prst="rect">
            <a:avLst/>
          </a:prstGeom>
          <a:solidFill>
            <a:srgbClr val="FCF6F5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🎣  Phishing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emails or messages designed to steal credentials or install malware. #1 attack vector — 91% of breaches start with phishing.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1097280"/>
            <a:ext cx="5394960" cy="1737360"/>
          </a:xfrm>
          <a:prstGeom prst="rect">
            <a:avLst/>
          </a:prstGeom>
          <a:solidFill>
            <a:srgbClr val="FCF6F5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188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Credential Theft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6002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usernames/passwords used to access company systems. Often follows phishing or data breaches at other sites.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5394960" cy="1737360"/>
          </a:xfrm>
          <a:prstGeom prst="rect">
            <a:avLst/>
          </a:prstGeom>
          <a:solidFill>
            <a:srgbClr val="FCF6F5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08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Ransomware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that encrypts your files and demands payment. Can spread across the entire network within minutes.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3017520"/>
            <a:ext cx="5394960" cy="1737360"/>
          </a:xfrm>
          <a:prstGeom prst="rect">
            <a:avLst/>
          </a:prstGeom>
          <a:solidFill>
            <a:srgbClr val="FCF6F5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108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 Social Engineering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5204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tactics to trick employees into revealing info or taking unsafe actions. May happen by phone, email, or in person.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a Phishing Email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30000" cy="658368"/>
          </a:xfrm>
          <a:prstGeom prst="rect">
            <a:avLst/>
          </a:prstGeom>
          <a:solidFill>
            <a:srgbClr val="FCF6F5"/>
          </a:solidFill>
          <a:ln w="12700">
            <a:solidFill>
              <a:srgbClr val="DD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Urgency or threats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0" y="105156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account will be locked in 24 hours!' — pressure tactics force hasty decisions.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0136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Mismatched sender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80136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looks real but hover over email: support@paypa1-secure.com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11430000" cy="658368"/>
          </a:xfrm>
          <a:prstGeom prst="rect">
            <a:avLst/>
          </a:prstGeom>
          <a:solidFill>
            <a:srgbClr val="FCF6F5"/>
          </a:solidFill>
          <a:ln w="12700">
            <a:solidFill>
              <a:srgbClr val="DD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5117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Suspicious links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551176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hover before clicking. Legit companies don't ask for passwords via email.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300984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0098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Generic greetings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300984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'Dear Customer' instead of your name — sign of a mass-phishing campaign.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50792"/>
            <a:ext cx="11430000" cy="658368"/>
          </a:xfrm>
          <a:prstGeom prst="rect">
            <a:avLst/>
          </a:prstGeom>
          <a:solidFill>
            <a:srgbClr val="FCF6F5"/>
          </a:solidFill>
          <a:ln w="12700">
            <a:solidFill>
              <a:srgbClr val="DDA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5079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Unexpected attachments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405079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invoices, voicemails, or shared files — don't open without verifying.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Security Responsibilities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430000" cy="594360"/>
          </a:xfrm>
          <a:prstGeom prst="rect">
            <a:avLst/>
          </a:prstGeom>
          <a:solidFill>
            <a:srgbClr val="FFF8F8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a unique, strong password for every system — use the company password manager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373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Enable MFA on all accounts that support it — no exceptions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11430000" cy="594360"/>
          </a:xfrm>
          <a:prstGeom prst="rect">
            <a:avLst/>
          </a:prstGeom>
          <a:solidFill>
            <a:srgbClr val="FFF8F8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31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Lock your screen whenever you step away (Win+L / Cmd+Ctrl+Q)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089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Report suspicious emails to security@company.com — never click or forward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11430000" cy="594360"/>
          </a:xfrm>
          <a:prstGeom prst="rect">
            <a:avLst/>
          </a:prstGeom>
          <a:solidFill>
            <a:srgbClr val="FFF8F8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94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Never share credentials with anyone, including IT staff or your manager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480560"/>
            <a:ext cx="11430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4805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Keep your devices updated — install patches within 48 hours of notification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2026-03-16T20:40:12Z</dcterms:created>
  <dcterms:modified xsi:type="dcterms:W3CDTF">2026-03-16T20:40:12Z</dcterms:modified>
</cp:coreProperties>
</file>