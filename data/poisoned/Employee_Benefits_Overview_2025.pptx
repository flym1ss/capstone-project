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Incident Response Playbook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CBC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 Technology  |  Security Operations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88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 3.1  •  Updated January 2025  • 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Severity Classification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73152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100584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0058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005840"/>
            <a:ext cx="347472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005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23560" y="1005840"/>
            <a:ext cx="109728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005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1005840"/>
            <a:ext cx="292608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005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463040"/>
            <a:ext cx="731520" cy="731520"/>
          </a:xfrm>
          <a:prstGeom prst="rect">
            <a:avLst/>
          </a:prstGeom>
          <a:solidFill>
            <a:srgbClr val="C6282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1560" y="1463040"/>
            <a:ext cx="100584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146304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03120" y="1463040"/>
            <a:ext cx="347472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service outage or confirmed data breach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23560" y="1463040"/>
            <a:ext cx="109728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4630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463040"/>
            <a:ext cx="292608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463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+ VP Eng + Legal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731520" cy="731520"/>
          </a:xfrm>
          <a:prstGeom prst="rect">
            <a:avLst/>
          </a:prstGeom>
          <a:solidFill>
            <a:srgbClr val="E651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1560" y="2240280"/>
            <a:ext cx="100584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224028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03120" y="2240280"/>
            <a:ext cx="347472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22402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feature unavailable or suspected breach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2240280"/>
            <a:ext cx="109728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2402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240280"/>
            <a:ext cx="292608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2402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Lead + Security Lead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017520"/>
            <a:ext cx="731520" cy="731520"/>
          </a:xfrm>
          <a:prstGeom prst="rect">
            <a:avLst/>
          </a:prstGeom>
          <a:solidFill>
            <a:srgbClr val="F9A82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51560" y="3017520"/>
            <a:ext cx="100584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" y="301752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103120" y="3017520"/>
            <a:ext cx="347472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performance or policy violation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23560" y="3017520"/>
            <a:ext cx="109728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017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017520"/>
            <a:ext cx="2926080" cy="73152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30175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Engineer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794760"/>
            <a:ext cx="731520" cy="731520"/>
          </a:xfrm>
          <a:prstGeom prst="rect">
            <a:avLst/>
          </a:prstGeom>
          <a:solidFill>
            <a:srgbClr val="1B5E2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51560" y="3794760"/>
            <a:ext cx="100584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51560" y="37947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103120" y="3794760"/>
            <a:ext cx="347472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03120" y="3794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issue; no user impact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623560" y="3794760"/>
            <a:ext cx="109728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3794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biz day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766560" y="3794760"/>
            <a:ext cx="2926080" cy="731520"/>
          </a:xfrm>
          <a:prstGeom prst="rect">
            <a:avLst/>
          </a:prstGeom>
          <a:solidFill>
            <a:srgbClr val="F0F4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3794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Engineer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 Response Process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916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57400" y="118872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67712" y="1188720"/>
            <a:ext cx="16916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1188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59352" y="118872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69664" y="1188720"/>
            <a:ext cx="16916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9664" y="1188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61304" y="118872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71616" y="1188720"/>
            <a:ext cx="16916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1188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63256" y="118872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73568" y="1188720"/>
            <a:ext cx="16916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73568" y="1188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65208" y="1188720"/>
            <a:ext cx="210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75520" y="1188720"/>
            <a:ext cx="169164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0" y="11887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Review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Alert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5146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alerts, user reports, threat intel feeds. Assign incident ID in ticketing system. Notify on-call.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0" y="25146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severity (SEV 1–4). Identify affected systems and data. Assign incident commander for SEV 1–2.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251460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affected systems. Revoke compromised credentials. Block malicious IPs/domains.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0233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analysis, log review, timeline construction. Preserve evidence for potential legal proceedings.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9768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40233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vulnerabilities, restore from clean backups, verify integrity. User communications if needed.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3703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0" y="40233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within 5 business days for SEV 1–2. Root cause, timeline, lessons learned, action items.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Communication Requirements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Stakeholders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 1–2: Immediate Slack alert to #incidents-critical + email to CISO, CTO, Legal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 3: Slack alert to #incidents-ops within 30 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All: Status updates every 30 min (SEV 1), 60 min (SEV 2) until resolved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Post-resolution: All-hands summary email within 24 hours for SEV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1051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/ Regulatory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46304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notification: Coordinate with Legal &amp; Comms; standard SLA 72 hours if PII affected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(GDPR/CCPA): Legal determines notification obligations within 24 hours of incident declaration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Law enforcement: Engage only through Legal and CISO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Press inquiries: Route to Corporate Communications; no direct comment by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2026-03-16T20:12:33Z</dcterms:created>
  <dcterms:modified xsi:type="dcterms:W3CDTF">2026-03-16T20:12:33Z</dcterms:modified>
</cp:coreProperties>
</file>