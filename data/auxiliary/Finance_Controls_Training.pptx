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Controls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Training — Understanding Key Controls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  |  Annual Mandatory Training  | 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Controls Matter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protect the company from fraud, error, and regulatory penalties. Every Finance team member plays a role.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5577840" cy="182880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Prevent Fraud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 and approval workflows stop unauthorized transactions before they happen.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577840" cy="182880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7830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Accurate Reporting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2402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controls ensure financial statements reflect reality — critical for management decisions and investor trust.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657600"/>
            <a:ext cx="5577840" cy="182880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94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Regulatory Compliance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519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SOX, tax, and audit requirements carry penalties. Controls create the evidence trail we need.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3657600"/>
            <a:ext cx="5577840" cy="1828800"/>
          </a:xfrm>
          <a:prstGeom prst="rect">
            <a:avLst/>
          </a:prstGeom>
          <a:solidFill>
            <a:srgbClr val="FDF8E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7947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Business Continuity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425196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consistent processes mean work continues even when key individuals are unavailable.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 — Know Your Role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200400" cy="91440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 of Duties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11880" y="1005840"/>
            <a:ext cx="8229600" cy="914400"/>
          </a:xfrm>
          <a:prstGeom prst="rect">
            <a:avLst/>
          </a:prstGeom>
          <a:solidFill>
            <a:srgbClr val="FDF8EE"/>
          </a:solidFill>
          <a:ln w="12700">
            <a:solidFill>
              <a:srgbClr val="DDC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100584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person can initiate AND approve a transaction. If you approve, you don't process. Flag any situation where this can't be maintained.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3200400" cy="9144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57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Match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11880" y="205740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57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PO invoice is paid: PO ✓ + Goods Receipt ✓ + Invoice ✓. All three must align within tolerance. Escalate variances.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108960"/>
            <a:ext cx="3200400" cy="91440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1089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Entry Controls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11880" y="3108960"/>
            <a:ext cx="8229600" cy="914400"/>
          </a:xfrm>
          <a:prstGeom prst="rect">
            <a:avLst/>
          </a:prstGeom>
          <a:solidFill>
            <a:srgbClr val="FDF8EE"/>
          </a:solidFill>
          <a:ln w="12700">
            <a:solidFill>
              <a:srgbClr val="DDCC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310896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manual JEs require a preparer AND a reviewer. No self-approval. JEs over $100K require Controller sign-off. Document the business reason.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160520"/>
            <a:ext cx="3200400" cy="91440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160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Reconciliation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11880" y="41605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41605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reconciliation due within 5 business days of month-end. Unreconciled items &gt; 30 days must be escalated. No exceptions.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5212080"/>
            <a:ext cx="3200400" cy="914400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11880" y="5212080"/>
            <a:ext cx="8229600" cy="914400"/>
          </a:xfrm>
          <a:prstGeom prst="rect">
            <a:avLst/>
          </a:prstGeom>
          <a:solidFill>
            <a:srgbClr val="FDF8EE"/>
          </a:solidFill>
          <a:ln w="12700">
            <a:solidFill>
              <a:srgbClr val="DDCC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52120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access only for what your role requires. Report any access you no longer need immediately to IT.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2026-03-16T21:10:14Z</dcterms:created>
  <dcterms:modified xsi:type="dcterms:W3CDTF">2026-03-16T21:10:14Z</dcterms:modified>
</cp:coreProperties>
</file>