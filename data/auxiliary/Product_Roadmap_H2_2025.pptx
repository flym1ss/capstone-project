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Roadmap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ECB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2025  |  Platform &amp; Core Products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 •  June 2025  •  DRAFT FOR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1B1F"/>
          </a:solidFill>
          <a:ln w="12700">
            <a:solidFill>
              <a:srgbClr val="021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H2 Strategic Themes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566160" cy="4023360"/>
          </a:xfrm>
          <a:prstGeom prst="rect">
            <a:avLst/>
          </a:prstGeom>
          <a:solidFill>
            <a:srgbClr val="E8F7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at Scale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p99 API latency by 40%; support 10x current peak load by Q4.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097280"/>
            <a:ext cx="3566160" cy="4023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280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89120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Self-Serve Onboarding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260604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setup for SMB segment. Target: 80% of new accounts live within 24 hrs.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097280"/>
            <a:ext cx="3566160" cy="4023360"/>
          </a:xfrm>
          <a:prstGeom prst="rect">
            <a:avLst/>
          </a:prstGeom>
          <a:solidFill>
            <a:srgbClr val="E8F7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280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0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Platform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260604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layer enabling real-time dashboards for all customer tiers.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1B1F"/>
          </a:solidFill>
          <a:ln w="12700">
            <a:solidFill>
              <a:srgbClr val="021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Timeline — H2 2025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(Jul–Sep)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1005840"/>
            <a:ext cx="54864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(Oct–Dec)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394960" cy="548640"/>
          </a:xfrm>
          <a:prstGeom prst="rect">
            <a:avLst/>
          </a:prstGeom>
          <a:solidFill>
            <a:srgbClr val="F0FAFA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08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DB query optimization — Phase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5394960" cy="548640"/>
          </a:xfrm>
          <a:prstGeom prst="rect">
            <a:avLst/>
          </a:prstGeom>
          <a:solidFill>
            <a:srgbClr val="E8F7F6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6712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Self-Serve: New account wizard v1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25496"/>
            <a:ext cx="5394960" cy="548640"/>
          </a:xfrm>
          <a:prstGeom prst="rect">
            <a:avLst/>
          </a:prstGeom>
          <a:solidFill>
            <a:srgbClr val="F0FAFA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254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Data pipeline v1 (internal beta)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83864"/>
            <a:ext cx="5394960" cy="548640"/>
          </a:xfrm>
          <a:prstGeom prst="rect">
            <a:avLst/>
          </a:prstGeom>
          <a:solidFill>
            <a:srgbClr val="E8F7F6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8386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 improvements + new SDK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5486400" cy="548640"/>
          </a:xfrm>
          <a:prstGeom prst="rect">
            <a:avLst/>
          </a:prstGeom>
          <a:solidFill>
            <a:srgbClr val="F0FAFA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5087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CDN layer + caching overhaul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167128"/>
            <a:ext cx="5486400" cy="548640"/>
          </a:xfrm>
          <a:prstGeom prst="rect">
            <a:avLst/>
          </a:prstGeom>
          <a:solidFill>
            <a:srgbClr val="E8F7F6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16712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Self-Serve: Billing &amp; plan management self-serve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825496"/>
            <a:ext cx="5486400" cy="548640"/>
          </a:xfrm>
          <a:prstGeom prst="rect">
            <a:avLst/>
          </a:prstGeom>
          <a:solidFill>
            <a:srgbClr val="F0FAFA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82549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Customer-facing dashboard GA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3483864"/>
            <a:ext cx="5486400" cy="548640"/>
          </a:xfrm>
          <a:prstGeom prst="rect">
            <a:avLst/>
          </a:prstGeom>
          <a:solidFill>
            <a:srgbClr val="E8F7F6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48386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app: Offline mode + push notifications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1B1F"/>
          </a:solidFill>
          <a:ln w="12700">
            <a:solidFill>
              <a:srgbClr val="021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Risks and Dependencies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0972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vendor contract renewal pending — delays possible if not signed by July 15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11430000" cy="731520"/>
          </a:xfrm>
          <a:prstGeom prst="rect">
            <a:avLst/>
          </a:prstGeom>
          <a:solidFill>
            <a:srgbClr val="F0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9659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requires 2 additional BE engineers; hiring in progress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11430000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8346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834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billing requires Stripe API v4 migration; ETA from Infra: Aug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11430000" cy="731520"/>
          </a:xfrm>
          <a:prstGeom prst="rect">
            <a:avLst/>
          </a:prstGeom>
          <a:solidFill>
            <a:srgbClr val="F0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033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37033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rewrite dependency on internal Auth team — confirmed slot in Q3 sprint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2026-03-16T20:40:12Z</dcterms:created>
  <dcterms:modified xsi:type="dcterms:W3CDTF">2026-03-16T20:40:12Z</dcterms:modified>
</cp:coreProperties>
</file>