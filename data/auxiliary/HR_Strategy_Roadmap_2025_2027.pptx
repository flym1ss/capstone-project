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&amp; Culture Strategy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Roadmap  |  2025 – 2027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Culture  |  March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A102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Pillars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577840" cy="192024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57784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Talent Acquisition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best-in-class recruiting engine. Reduce time-to-hire by 30%, improve offer acceptance to 90%, and expand diverse candidate pipelines.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097280"/>
            <a:ext cx="5577840" cy="192024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097280"/>
            <a:ext cx="557784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17043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❤️  Retention &amp; Engagement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eNPS of +50 by 2026. Launch manager effectiveness program. Reduce regrettable attrition from 12% to 8%.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5577840" cy="192024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200400"/>
            <a:ext cx="557784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735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Learning &amp; Growth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skills-based career framework. Double internal mobility rate. Launch leadership academy for Director+ pipeline.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577840" cy="1920240"/>
          </a:xfrm>
          <a:prstGeom prst="rect">
            <a:avLst/>
          </a:prstGeom>
          <a:solidFill>
            <a:srgbClr val="FDF5F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200400"/>
            <a:ext cx="557784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2735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 Culture &amp; Belonging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8404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DEI representation targets. Complete pay equity review. Launch flexible work framework across all regions.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A102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Timeline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56616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— Foundation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3566160" cy="960120"/>
          </a:xfrm>
          <a:prstGeom prst="rect">
            <a:avLst/>
          </a:prstGeom>
          <a:solidFill>
            <a:srgbClr val="FDF5F0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upgrade + structured hiring rollout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65176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Essentials program launch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749040"/>
            <a:ext cx="3566160" cy="960120"/>
          </a:xfrm>
          <a:prstGeom prst="rect">
            <a:avLst/>
          </a:prstGeom>
          <a:solidFill>
            <a:srgbClr val="FDF5F0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49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equity analysis + adjustments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48463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46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work policy finalization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1005840"/>
            <a:ext cx="3566160" cy="4572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005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— Scale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1554480"/>
            <a:ext cx="3566160" cy="960120"/>
          </a:xfrm>
          <a:prstGeom prst="rect">
            <a:avLst/>
          </a:prstGeom>
          <a:solidFill>
            <a:srgbClr val="FDF5F0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5544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mobility marketplace launch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265176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6517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Academy cohort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60520" y="3749040"/>
            <a:ext cx="3566160" cy="960120"/>
          </a:xfrm>
          <a:prstGeom prst="rect">
            <a:avLst/>
          </a:prstGeom>
          <a:solidFill>
            <a:srgbClr val="FDF5F0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749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representation targets (mid-point review)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48463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4846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Skills-based career framework go-live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01000" y="1005840"/>
            <a:ext cx="3566160" cy="4572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1005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 — Sustain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1554480"/>
            <a:ext cx="3566160" cy="960120"/>
          </a:xfrm>
          <a:prstGeom prst="rect">
            <a:avLst/>
          </a:prstGeom>
          <a:solidFill>
            <a:srgbClr val="FDF5F0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15544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listening program mature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01000" y="265176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6517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Academy cohort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01000" y="3749040"/>
            <a:ext cx="3566160" cy="960120"/>
          </a:xfrm>
          <a:prstGeom prst="rect">
            <a:avLst/>
          </a:prstGeom>
          <a:solidFill>
            <a:srgbClr val="FDF5F0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3749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 target: +50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01000" y="48463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BB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4846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measurement framework embedded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2026-03-16T21:10:14Z</dcterms:created>
  <dcterms:modified xsi:type="dcterms:W3CDTF">2026-03-16T21:10:14Z</dcterms:modified>
</cp:coreProperties>
</file>