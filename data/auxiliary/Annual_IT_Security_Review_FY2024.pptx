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12188952" cy="1188720"/>
          </a:xfrm>
          <a:prstGeom prst="rect">
            <a:avLst/>
          </a:prstGeom>
          <a:solidFill>
            <a:srgbClr val="2A3840"/>
          </a:solidFill>
          <a:ln w="12700">
            <a:solidFill>
              <a:srgbClr val="2A3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IT Security Review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 Results &amp; FY 2025 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 •  Board Presentation  •  Q1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— Key Metrics FY 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38% YoY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00584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Respond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196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hrs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519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22% YoY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269748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807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Click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83880" y="3108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838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from 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07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(P1)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108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from 94%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438912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Adoption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4800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5196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from 81%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438912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Critical Vulns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83880" y="4800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838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from 18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Security Investments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914400"/>
            <a:ext cx="530352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14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10972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914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914400"/>
            <a:ext cx="137160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457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1371600"/>
            <a:ext cx="53035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3716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network segmentation — Phase 1 (internal apps)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109728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$320K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371600"/>
            <a:ext cx="13716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3716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993392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9933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1993392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99339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platform upgrade to next-gen MDR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993392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99339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199339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9933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selected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1518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" y="2615184"/>
            <a:ext cx="53035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261518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exercise (external pen test firm)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615184"/>
            <a:ext cx="109728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61518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2615184"/>
            <a:ext cx="13716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2615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issued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36976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3697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8680" y="3236976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323697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posture management (CSPM) tooling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3236976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23697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60920" y="323697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32369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858768"/>
            <a:ext cx="457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8587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8680" y="3858768"/>
            <a:ext cx="53035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85876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platform refresh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3858768"/>
            <a:ext cx="109728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85876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60920" y="3858768"/>
            <a:ext cx="13716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385876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80560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4805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68680" y="4480560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44805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 (PAM) expansion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4480560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4805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60920" y="448056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0" y="448056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2026-03-16T21:10:14Z</dcterms:created>
  <dcterms:modified xsi:type="dcterms:W3CDTF">2026-03-16T21:10:14Z</dcterms:modified>
</cp:coreProperties>
</file>