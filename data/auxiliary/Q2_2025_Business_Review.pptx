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Q2 2024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18.2</c:v>
                </c:pt>
                <c:pt idx="1">
                  <c:v>12.4</c:v>
                </c:pt>
                <c:pt idx="2">
                  <c:v>7.8</c:v>
                </c:pt>
                <c:pt idx="3">
                  <c:v>4.8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 2025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Mid-Market</c:v>
                  </c:pt>
                  <c:pt idx="2">
                    <c:v>SMB</c:v>
                  </c:pt>
                  <c:pt idx="3">
                    <c:v>Services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21.6</c:v>
                </c:pt>
                <c:pt idx="1">
                  <c:v>14.1</c:v>
                </c:pt>
                <c:pt idx="2">
                  <c:v>8.5</c:v>
                </c:pt>
                <c:pt idx="3">
                  <c:v>4.1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Revenue ($M)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12188952" cy="9144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2025 Business Review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&amp; Strategy  |  Presented to Executive Leadership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2025  •  CONFIDENTIAL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53035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00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$48.3M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+11% vs Q2 2024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1188720"/>
            <a:ext cx="53035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2801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26480" y="1600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62.4%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6126480" y="21488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+1.8pp YoY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834640"/>
            <a:ext cx="53035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$9.1M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 YoY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2834640"/>
            <a:ext cx="5303520" cy="13716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29260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66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0" y="324612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342 FTE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126480" y="379476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 net adds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Segment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731520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955280" y="128016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$21.6M  +18.7%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955280" y="22860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$14.1M  +13.7%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955280" y="32918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$8.5M  +9.0%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955280" y="42976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100" dirty="0"/>
          </a:p>
          <a:p>
            <a:pPr marL="342900" indent="-342900"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$4.1M  -14.6%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2025 Priorities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5394960" cy="1828800"/>
          </a:xfrm>
          <a:prstGeom prst="rect">
            <a:avLst/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Enterprise Expansion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 mid-market to enterprise upgrade motion; add 2 enterprise AEs in Q3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097280"/>
            <a:ext cx="539496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2344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Services Turnaround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redesigned implementation packages; reduce time-to-value from 90 to 60 days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108960"/>
            <a:ext cx="5394960" cy="1828800"/>
          </a:xfrm>
          <a:prstGeom prst="rect">
            <a:avLst/>
          </a:prstGeom>
          <a:solidFill>
            <a:srgbClr val="F8F9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Reporting Overhaul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unified finance dashboard by August; integrate CRM + ERP data sources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26480" y="3108960"/>
            <a:ext cx="5394960" cy="1828800"/>
          </a:xfrm>
          <a:prstGeom prst="rect">
            <a:avLst/>
          </a:prstGeom>
          <a:solidFill>
            <a:srgbClr val="F0F4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Partner Program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370332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Tier 2 partner certifications; targeting 15 new certified partners by year-end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10896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11480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finance-team@company.com  |  Appendix available on request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2026-03-16T20:12:33Z</dcterms:created>
  <dcterms:modified xsi:type="dcterms:W3CDTF">2026-03-16T20:12:33Z</dcterms:modified>
</cp:coreProperties>
</file>