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the Team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B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90 Days — What to Expect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Culture  |  New Hire Orientation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21B1F"/>
          </a:solidFill>
          <a:ln w="12700">
            <a:solidFill>
              <a:srgbClr val="021B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Week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28016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91640" y="960120"/>
            <a:ext cx="10149840" cy="868680"/>
          </a:xfrm>
          <a:prstGeom prst="rect">
            <a:avLst/>
          </a:prstGeom>
          <a:solidFill>
            <a:srgbClr val="E8F5F7"/>
          </a:solidFill>
          <a:ln w="12700">
            <a:solidFill>
              <a:srgbClr val="AA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96012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Setup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96012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setup, badge, building tour, HR admin, team lunch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984248"/>
            <a:ext cx="128016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84248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91640" y="1984248"/>
            <a:ext cx="10149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A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198424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Deep-Dive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984248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history, values, strategy, how we work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008376"/>
            <a:ext cx="128016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008376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91640" y="3008376"/>
            <a:ext cx="10149840" cy="868680"/>
          </a:xfrm>
          <a:prstGeom prst="rect">
            <a:avLst/>
          </a:prstGeom>
          <a:solidFill>
            <a:srgbClr val="E8F5F7"/>
          </a:solidFill>
          <a:ln w="12700">
            <a:solidFill>
              <a:srgbClr val="AA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3008376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Systems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3008376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tools walkthrough, security training (mandatory)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4032504"/>
            <a:ext cx="128016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032504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691640" y="4032504"/>
            <a:ext cx="10149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A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4032504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Immersion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4032504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your team, shadow projects, attend standups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5056632"/>
            <a:ext cx="128016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5056632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691640" y="5056632"/>
            <a:ext cx="10149840" cy="868680"/>
          </a:xfrm>
          <a:prstGeom prst="rect">
            <a:avLst/>
          </a:prstGeom>
          <a:solidFill>
            <a:srgbClr val="E8F5F7"/>
          </a:solidFill>
          <a:ln w="12700">
            <a:solidFill>
              <a:srgbClr val="AA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0" y="5056632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Alignment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5056632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with your manager — 30/60/90 goal setting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21B1F"/>
          </a:solidFill>
          <a:ln w="12700">
            <a:solidFill>
              <a:srgbClr val="021B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at 30, 60 &amp; 90 Days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35661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 all mandatory training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Meet 5+ cross-functional partners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7033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Understand your team's current priorities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First deliverable contribution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60520" y="1005840"/>
            <a:ext cx="356616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10058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97680" y="16002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Operate with growing independence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0" y="26517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 60-day check-in with HR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0" y="37033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Enrolled in any cohort learning sessions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0" y="47548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Provide early feedback via survey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01000" y="1005840"/>
            <a:ext cx="356616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1000" y="10058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38160" y="16002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contributor on core team work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38160" y="26517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 90-day self-assessment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38160" y="37033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Manager assessment completed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38160" y="47548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Development goals set for H2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got this.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Reach your People &amp; Culture team at people@company.com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2026-03-16T21:10:14Z</dcterms:created>
  <dcterms:modified xsi:type="dcterms:W3CDTF">2026-03-16T21:10:14Z</dcterms:modified>
</cp:coreProperties>
</file>