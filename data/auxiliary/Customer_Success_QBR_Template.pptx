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Business Review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CB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 Name]  |  Q2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Partnership Health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18288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Adoption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18288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CSAT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4.7/5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06040" cy="18288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1005840"/>
            <a:ext cx="2606040" cy="18288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Likelihood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1540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1540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with [ERP System] went live in April — ahead of schedule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admin user cohort onboarded; 95% completion rate on training modules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[Feature X] rollout complete across all business units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Areas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4290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adoption lagging in Field Operations team (38%)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support tickets open &gt; 10 days — reviewing with Support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Upcoming contract renewal — 90 days out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21B1F"/>
          </a:solidFill>
          <a:ln w="12700">
            <a:solidFill>
              <a:srgbClr val="021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Joint Success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20116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1645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005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005840"/>
            <a:ext cx="1645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05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435608"/>
            <a:ext cx="411480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4356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Adoption Drive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435608"/>
            <a:ext cx="201168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4356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+ [Champion]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1435608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1435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1435608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43560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planning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0939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09397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Ops Training Session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093976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0939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2093976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09397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2093976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209397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752344"/>
            <a:ext cx="411480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275234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Discussion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752344"/>
            <a:ext cx="201168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27523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+ CSM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2752344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275234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1040" y="2752344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275234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41071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4107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Y] Beta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410712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410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CSM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9400" y="3410712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2552" y="34107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21040" y="3410712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34107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069080"/>
            <a:ext cx="411480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" y="4069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Review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4069080"/>
            <a:ext cx="201168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Lead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629400" y="4069080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02552" y="4069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21040" y="4069080"/>
            <a:ext cx="1645920" cy="594360"/>
          </a:xfrm>
          <a:prstGeom prst="rect">
            <a:avLst/>
          </a:prstGeom>
          <a:solidFill>
            <a:srgbClr val="E0F7FA"/>
          </a:solidFill>
          <a:ln w="12700">
            <a:solidFill>
              <a:srgbClr val="BB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94192" y="4069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2026-03-16T21:10:14Z</dcterms:created>
  <dcterms:modified xsi:type="dcterms:W3CDTF">2026-03-16T21:10:14Z</dcterms:modified>
</cp:coreProperties>
</file>