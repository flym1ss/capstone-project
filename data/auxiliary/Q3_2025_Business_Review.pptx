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Q3 2024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SMB</c:v>
                  </c:pt>
                  <c:pt idx="3">
                    <c:v>Services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19.4</c:v>
                </c:pt>
                <c:pt idx="1">
                  <c:v>13.1</c:v>
                </c:pt>
                <c:pt idx="2">
                  <c:v>8.2</c:v>
                </c:pt>
                <c:pt idx="3">
                  <c:v>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2025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SMB</c:v>
                  </c:pt>
                  <c:pt idx="3">
                    <c:v>Services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23.8</c:v>
                </c:pt>
                <c:pt idx="1">
                  <c:v>15.3</c:v>
                </c:pt>
                <c:pt idx="2">
                  <c:v>8.9</c:v>
                </c:pt>
                <c:pt idx="3">
                  <c:v>5.1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12188952" cy="91440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2025 Business Review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Strategy  |  Presented to Executive Leadership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2025  •  CONFIDENTIAL  •  v1.0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03520" cy="13716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$53.1M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+10% vs Q3 2024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303520" cy="13716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600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26480" y="2148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+2.1pp YoY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5303520" cy="13716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26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2461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$10.4M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 YoY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5303520" cy="13716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26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2461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361 FTE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3794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 net adds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Segment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955280" y="1280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$23.8M  +22.7%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955280" y="22860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$15.3M  +16.8%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55280" y="32918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$8.9M  +8.5%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5280" y="4297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$5.1M  +24.4% — Recovery underway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Product Progress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94960" cy="18288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Smart Case Routing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80% of enterprise accounts. Transfer rate down from 25% → 17% (vs 15% target — on track for Q4)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097280"/>
            <a:ext cx="5394960" cy="18288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AI Analytics Dashboard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691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customers: 42. CSAT on feature: 4.6/5. GA target: Q4 2025. Pending 2 performance optimizations.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5394960" cy="18288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46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Predictive Churn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v1.0 live in CRM. Flagged 34 at-risk accounts; CS actioned 28. $2.1M ARR protected in Q3.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5394960" cy="18288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246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AI-Assisted Response Drafts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7033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adoption: 61%. AHT reduction for opted-in agents: 0.8 min. Expanding to all queues in Q4.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Priorities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94960" cy="1828800"/>
          </a:xfrm>
          <a:prstGeom prst="rect">
            <a:avLst/>
          </a:prstGeom>
          <a:solidFill>
            <a:srgbClr val="F8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Enterprise Close Push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8 additional Enterprise closings; deploy 2 new AEs hired in Q3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097280"/>
            <a:ext cx="5394960" cy="18288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Services Acceleration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691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implementation tiers live Oct 1; target $6.5M Services revenue in Q4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5394960" cy="1828800"/>
          </a:xfrm>
          <a:prstGeom prst="rect">
            <a:avLst/>
          </a:prstGeom>
          <a:solidFill>
            <a:srgbClr val="F8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46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Dashboard GA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release to all tiers by Nov 15; marketing campaign launches alongside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5394960" cy="1828800"/>
          </a:xfrm>
          <a:prstGeom prst="rect">
            <a:avLst/>
          </a:prstGeom>
          <a:solidFill>
            <a:srgbClr val="EEF3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246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FY2026 Planning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7033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headcount plan by Nov 30; board budget presentation Dec 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1089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finance-team@company.com  |  Appendix available on request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2026-03-16T21:43:53Z</dcterms:created>
  <dcterms:modified xsi:type="dcterms:W3CDTF">2026-03-16T21:43:53Z</dcterms:modified>
</cp:coreProperties>
</file>